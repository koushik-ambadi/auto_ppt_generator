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13908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1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61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61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8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8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10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10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71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71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2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2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70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70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5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50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7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7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4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4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28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2839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7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7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