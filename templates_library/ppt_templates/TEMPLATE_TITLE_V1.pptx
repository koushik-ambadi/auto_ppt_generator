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5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13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613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3089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2104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7105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27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70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650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78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64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283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212DF-D9F3-438C-B585-8AD7B8F6A515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83210F-FE33-4B85-A2A8-2C82A354F6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5279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2989942" y="624115"/>
            <a:ext cx="7997371" cy="2119086"/>
          </a:xfrm>
        </p:spPr>
        <p:txBody>
          <a:bodyPr>
            <a:normAutofit/>
          </a:bodyPr>
          <a:lstStyle/>
          <a:p>
            <a:endParaRPr lang="en-IN" sz="4800" b="1" dirty="0">
              <a:solidFill>
                <a:schemeClr val="accent6">
                  <a:lumMod val="75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64398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Algerian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kk</dc:title>
  <dc:creator>Microsoft account</dc:creator>
  <cp:lastModifiedBy>Microsoft account</cp:lastModifiedBy>
  <cp:revision>2</cp:revision>
  <dcterms:created xsi:type="dcterms:W3CDTF">2026-02-01T14:17:50Z</dcterms:created>
  <dcterms:modified xsi:type="dcterms:W3CDTF">2026-02-01T14:19:26Z</dcterms:modified>
</cp:coreProperties>
</file>