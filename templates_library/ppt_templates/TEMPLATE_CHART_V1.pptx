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sldIdLst>
    <p:sldId id="256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8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hart"/>
          <p:cNvSpPr>
            <a:spLocks noGrp="1"/>
          </p:cNvSpPr>
          <p:nvPr>
            <p:ph type="chart" sz="quarter" idx="13"/>
          </p:nvPr>
        </p:nvSpPr>
        <p:spPr>
          <a:xfrm>
            <a:off x="5351463" y="1846263"/>
            <a:ext cx="3514725" cy="422284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9" name="text"/>
          <p:cNvSpPr>
            <a:spLocks noGrp="1"/>
          </p:cNvSpPr>
          <p:nvPr>
            <p:ph type="body" sz="quarter" idx="14"/>
          </p:nvPr>
        </p:nvSpPr>
        <p:spPr>
          <a:xfrm>
            <a:off x="457199" y="1846263"/>
            <a:ext cx="4652963" cy="4222843"/>
          </a:xfrm>
        </p:spPr>
        <p:txBody>
          <a:bodyPr/>
          <a:lstStyle/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hart"/>
          <p:cNvSpPr>
            <a:spLocks noGrp="1"/>
          </p:cNvSpPr>
          <p:nvPr>
            <p:ph type="chart" sz="quarter" idx="13"/>
          </p:nvPr>
        </p:nvSpPr>
        <p:spPr>
          <a:xfrm>
            <a:off x="5351463" y="1846263"/>
            <a:ext cx="3514725" cy="422284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9" name="text"/>
          <p:cNvSpPr>
            <a:spLocks noGrp="1"/>
          </p:cNvSpPr>
          <p:nvPr>
            <p:ph type="body" sz="quarter" idx="14"/>
          </p:nvPr>
        </p:nvSpPr>
        <p:spPr>
          <a:xfrm>
            <a:off x="457199" y="1846263"/>
            <a:ext cx="4652963" cy="4222843"/>
          </a:xfrm>
        </p:spPr>
        <p:txBody>
          <a:bodyPr/>
          <a:lstStyle/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5344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948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3F4E-58BA-4FF2-9891-3D9B9A05A25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9E5F3-E4EE-4B70-9BC0-642B9C20E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2439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3F4E-58BA-4FF2-9891-3D9B9A05A25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9E5F3-E4EE-4B70-9BC0-642B9C20E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4940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3F4E-58BA-4FF2-9891-3D9B9A05A25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9E5F3-E4EE-4B70-9BC0-642B9C20E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7710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3F4E-58BA-4FF2-9891-3D9B9A05A25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9E5F3-E4EE-4B70-9BC0-642B9C20E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9901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3F4E-58BA-4FF2-9891-3D9B9A05A25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9E5F3-E4EE-4B70-9BC0-642B9C20E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7871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3F4E-58BA-4FF2-9891-3D9B9A05A25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9E5F3-E4EE-4B70-9BC0-642B9C20E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0915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3F4E-58BA-4FF2-9891-3D9B9A05A25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9E5F3-E4EE-4B70-9BC0-642B9C20E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4573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3F4E-58BA-4FF2-9891-3D9B9A05A25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9E5F3-E4EE-4B70-9BC0-642B9C20E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8752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3F4E-58BA-4FF2-9891-3D9B9A05A25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9E5F3-E4EE-4B70-9BC0-642B9C20E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9735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3F4E-58BA-4FF2-9891-3D9B9A05A25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9E5F3-E4EE-4B70-9BC0-642B9C20E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7893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A3F4E-58BA-4FF2-9891-3D9B9A05A25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9E5F3-E4EE-4B70-9BC0-642B9C20E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94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73" r:id="rId7"/>
    <p:sldLayoutId id="2147483660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A3F4E-58BA-4FF2-9891-3D9B9A05A25A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9E5F3-E4EE-4B70-9BC0-642B9C20E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28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rPr lang="en-US" dirty="0" smtClean="0"/>
              <a:t>title</a:t>
            </a:r>
            <a:endParaRPr dirty="0"/>
          </a:p>
        </p:txBody>
      </p:sp>
      <p:sp>
        <p:nvSpPr>
          <p:cNvPr id="3" name="chart"/>
          <p:cNvSpPr/>
          <p:nvPr/>
        </p:nvSpPr>
        <p:spPr>
          <a:xfrm>
            <a:off x="914400" y="1328286"/>
            <a:ext cx="7315200" cy="3657600"/>
          </a:xfrm>
          <a:prstGeom prst="rect">
            <a:avLst/>
          </a:prstGeom>
          <a:noFill/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7" name="footnote"/>
          <p:cNvSpPr txBox="1"/>
          <p:nvPr/>
        </p:nvSpPr>
        <p:spPr>
          <a:xfrm>
            <a:off x="2810577" y="5688531"/>
            <a:ext cx="3185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Custom Design</vt:lpstr>
      <vt:lpstr>title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/ Data Slide</dc:title>
  <dc:subject/>
  <dc:creator/>
  <cp:keywords/>
  <dc:description>generated using python-pptx</dc:description>
  <cp:lastModifiedBy>Microsoft account</cp:lastModifiedBy>
  <cp:revision>8</cp:revision>
  <dcterms:created xsi:type="dcterms:W3CDTF">2013-01-27T09:14:16Z</dcterms:created>
  <dcterms:modified xsi:type="dcterms:W3CDTF">2026-02-01T11:46:43Z</dcterms:modified>
  <cp:category/>
</cp:coreProperties>
</file>