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4" d="100"/>
          <a:sy n="44" d="100"/>
        </p:scale>
        <p:origin x="5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_CHART_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2315804" y="484751"/>
            <a:ext cx="6918325" cy="1393210"/>
          </a:xfr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rgbClr val="00B050"/>
                </a:solidFill>
              </a:defRPr>
            </a:lvl1pPr>
          </a:lstStyle>
          <a:p>
            <a:pPr lvl="0"/>
            <a:r>
              <a:rPr lang="en-US" dirty="0" smtClean="0"/>
              <a:t>title</a:t>
            </a:r>
            <a:endParaRPr lang="en-IN" dirty="0"/>
          </a:p>
        </p:txBody>
      </p:sp>
      <p:sp>
        <p:nvSpPr>
          <p:cNvPr id="6" name="chart"/>
          <p:cNvSpPr>
            <a:spLocks noGrp="1"/>
          </p:cNvSpPr>
          <p:nvPr>
            <p:ph type="chart" sz="quarter" idx="11" hasCustomPrompt="1"/>
          </p:nvPr>
        </p:nvSpPr>
        <p:spPr>
          <a:xfrm>
            <a:off x="1582738" y="2752725"/>
            <a:ext cx="9153525" cy="3648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Chart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60814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_EXEC_SUMMARY_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2315804" y="484751"/>
            <a:ext cx="6918325" cy="1393210"/>
          </a:xfr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rgbClr val="00B050"/>
                </a:solidFill>
              </a:defRPr>
            </a:lvl1pPr>
          </a:lstStyle>
          <a:p>
            <a:pPr lvl="0"/>
            <a:r>
              <a:rPr lang="en-US" dirty="0" smtClean="0"/>
              <a:t>title</a:t>
            </a:r>
            <a:endParaRPr lang="en-IN" dirty="0"/>
          </a:p>
        </p:txBody>
      </p:sp>
      <p:sp>
        <p:nvSpPr>
          <p:cNvPr id="5" name="bullets"/>
          <p:cNvSpPr>
            <a:spLocks noGrp="1"/>
          </p:cNvSpPr>
          <p:nvPr>
            <p:ph type="body" sz="quarter" idx="11" hasCustomPrompt="1"/>
          </p:nvPr>
        </p:nvSpPr>
        <p:spPr>
          <a:xfrm>
            <a:off x="1101725" y="2478088"/>
            <a:ext cx="9467850" cy="3952875"/>
          </a:xfrm>
        </p:spPr>
        <p:txBody>
          <a:bodyPr/>
          <a:lstStyle>
            <a:lvl1pPr marL="457200" indent="-457200">
              <a:buFont typeface="Wingdings" panose="05000000000000000000" pitchFamily="2" charset="2"/>
              <a:buChar char="§"/>
              <a:defRPr baseline="0"/>
            </a:lvl1pPr>
          </a:lstStyle>
          <a:p>
            <a:pPr lvl="0"/>
            <a:r>
              <a:rPr lang="en-US" dirty="0" smtClean="0"/>
              <a:t>point 1</a:t>
            </a:r>
          </a:p>
          <a:p>
            <a:pPr lvl="0"/>
            <a:r>
              <a:rPr lang="en-US" dirty="0" smtClean="0"/>
              <a:t>point 2</a:t>
            </a:r>
            <a:endParaRPr lang="en-IN" dirty="0" smtClean="0"/>
          </a:p>
          <a:p>
            <a:pPr lvl="0"/>
            <a:r>
              <a:rPr lang="en-US" dirty="0" smtClean="0"/>
              <a:t>point 3</a:t>
            </a:r>
          </a:p>
          <a:p>
            <a:pPr lvl="0"/>
            <a:r>
              <a:rPr lang="en-US" dirty="0" smtClean="0"/>
              <a:t>point 4</a:t>
            </a:r>
          </a:p>
          <a:p>
            <a:pPr lvl="0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685248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_IMAGE_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2969342" y="484751"/>
            <a:ext cx="6264787" cy="813107"/>
          </a:xfr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rgbClr val="00B050"/>
                </a:solidFill>
              </a:defRPr>
            </a:lvl1pPr>
          </a:lstStyle>
          <a:p>
            <a:pPr lvl="0"/>
            <a:r>
              <a:rPr lang="en-US" dirty="0" smtClean="0"/>
              <a:t>title</a:t>
            </a:r>
            <a:endParaRPr lang="en-IN" dirty="0"/>
          </a:p>
        </p:txBody>
      </p:sp>
      <p:sp>
        <p:nvSpPr>
          <p:cNvPr id="5" name="image"/>
          <p:cNvSpPr>
            <a:spLocks noGrp="1"/>
          </p:cNvSpPr>
          <p:nvPr>
            <p:ph type="pic" sz="quarter" idx="11" hasCustomPrompt="1"/>
          </p:nvPr>
        </p:nvSpPr>
        <p:spPr>
          <a:xfrm>
            <a:off x="1425012" y="1583455"/>
            <a:ext cx="9753600" cy="40703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picture </a:t>
            </a:r>
            <a:endParaRPr lang="en-IN" dirty="0"/>
          </a:p>
        </p:txBody>
      </p:sp>
      <p:sp>
        <p:nvSpPr>
          <p:cNvPr id="7" name="caption"/>
          <p:cNvSpPr>
            <a:spLocks noGrp="1"/>
          </p:cNvSpPr>
          <p:nvPr>
            <p:ph type="body" sz="quarter" idx="12" hasCustomPrompt="1"/>
          </p:nvPr>
        </p:nvSpPr>
        <p:spPr>
          <a:xfrm>
            <a:off x="3795713" y="5908675"/>
            <a:ext cx="5033962" cy="492125"/>
          </a:xfrm>
        </p:spPr>
        <p:txBody>
          <a:bodyPr/>
          <a:lstStyle>
            <a:lvl1pPr marL="0" indent="0">
              <a:buNone/>
              <a:defRPr>
                <a:latin typeface="Bradley Hand ITC" panose="03070402050302030203" pitchFamily="66" charset="0"/>
              </a:defRPr>
            </a:lvl1pPr>
          </a:lstStyle>
          <a:p>
            <a:pPr lvl="0"/>
            <a:r>
              <a:rPr lang="en-US" dirty="0" smtClean="0"/>
              <a:t>caption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68647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_TITLE_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"/>
          <p:cNvSpPr>
            <a:spLocks noGrp="1"/>
          </p:cNvSpPr>
          <p:nvPr>
            <p:ph type="body" sz="quarter" idx="11"/>
          </p:nvPr>
        </p:nvSpPr>
        <p:spPr>
          <a:xfrm>
            <a:off x="3562785" y="3362325"/>
            <a:ext cx="5643562" cy="1052513"/>
          </a:xfrm>
        </p:spPr>
        <p:txBody>
          <a:bodyPr>
            <a:normAutofit/>
          </a:bodyPr>
          <a:lstStyle>
            <a:lvl1pPr marL="0" indent="0">
              <a:buNone/>
              <a:defRPr sz="3200">
                <a:latin typeface="Bahnschrift Light" panose="020B0502040204020203" pitchFamily="34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5" name="title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sz="5400">
                <a:solidFill>
                  <a:schemeClr val="accent2">
                    <a:lumMod val="75000"/>
                  </a:schemeClr>
                </a:solidFill>
                <a:latin typeface="Mistral" panose="03090702030407020403" pitchFamily="66" charset="0"/>
              </a:defRPr>
            </a:lvl1pPr>
          </a:lstStyle>
          <a:p>
            <a:r>
              <a:rPr lang="en-US" dirty="0" smtClean="0"/>
              <a:t>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25398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_TWO_COLUMN_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2315804" y="484751"/>
            <a:ext cx="6918325" cy="1393210"/>
          </a:xfrm>
        </p:spPr>
        <p:txBody>
          <a:bodyPr>
            <a:normAutofit/>
          </a:bodyPr>
          <a:lstStyle>
            <a:lvl1pPr marL="0" indent="0" algn="ctr">
              <a:buNone/>
              <a:defRPr sz="4000">
                <a:solidFill>
                  <a:srgbClr val="00B050"/>
                </a:solidFill>
              </a:defRPr>
            </a:lvl1pPr>
          </a:lstStyle>
          <a:p>
            <a:pPr lvl="0"/>
            <a:r>
              <a:rPr lang="en-US" dirty="0" smtClean="0"/>
              <a:t>title</a:t>
            </a:r>
            <a:endParaRPr lang="en-IN" dirty="0"/>
          </a:p>
        </p:txBody>
      </p:sp>
      <p:sp>
        <p:nvSpPr>
          <p:cNvPr id="5" name="left_column"/>
          <p:cNvSpPr>
            <a:spLocks noGrp="1"/>
          </p:cNvSpPr>
          <p:nvPr>
            <p:ph type="body" sz="quarter" idx="11"/>
          </p:nvPr>
        </p:nvSpPr>
        <p:spPr>
          <a:xfrm>
            <a:off x="738188" y="2201863"/>
            <a:ext cx="4758044" cy="43957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latin typeface="Algerian" panose="04020705040A02060702" pitchFamily="8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7" name="right_column"/>
          <p:cNvSpPr>
            <a:spLocks noGrp="1"/>
          </p:cNvSpPr>
          <p:nvPr>
            <p:ph type="body" sz="quarter" idx="12"/>
          </p:nvPr>
        </p:nvSpPr>
        <p:spPr>
          <a:xfrm>
            <a:off x="6685832" y="2201863"/>
            <a:ext cx="5044051" cy="4395787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latin typeface="Broadway" panose="04040905080B02020502" pitchFamily="82" charset="0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44512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"/>
          <p:cNvSpPr>
            <a:spLocks noGrp="1"/>
          </p:cNvSpPr>
          <p:nvPr>
            <p:ph sz="quarter" idx="10"/>
          </p:nvPr>
        </p:nvSpPr>
        <p:spPr>
          <a:xfrm>
            <a:off x="620712" y="609600"/>
            <a:ext cx="1992313" cy="1044575"/>
          </a:xfrm>
        </p:spPr>
        <p:txBody>
          <a:bodyPr/>
          <a:lstStyle/>
          <a:p>
            <a:pPr lvl="0"/>
            <a:endParaRPr lang="en-IN" dirty="0"/>
          </a:p>
        </p:txBody>
      </p:sp>
      <p:sp>
        <p:nvSpPr>
          <p:cNvPr id="6" name="text"/>
          <p:cNvSpPr>
            <a:spLocks noGrp="1"/>
          </p:cNvSpPr>
          <p:nvPr>
            <p:ph type="body" sz="quarter" idx="11"/>
          </p:nvPr>
        </p:nvSpPr>
        <p:spPr>
          <a:xfrm>
            <a:off x="3113541" y="609600"/>
            <a:ext cx="3374345" cy="14255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 smtClean="0"/>
          </a:p>
          <a:p>
            <a:pPr lvl="0"/>
            <a:endParaRPr lang="en-IN" dirty="0"/>
          </a:p>
        </p:txBody>
      </p:sp>
      <p:sp>
        <p:nvSpPr>
          <p:cNvPr id="8" name="picture"/>
          <p:cNvSpPr>
            <a:spLocks noGrp="1"/>
          </p:cNvSpPr>
          <p:nvPr>
            <p:ph type="pic" sz="quarter" idx="12"/>
          </p:nvPr>
        </p:nvSpPr>
        <p:spPr>
          <a:xfrm>
            <a:off x="7151688" y="609600"/>
            <a:ext cx="3973512" cy="23288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0" name="chart"/>
          <p:cNvSpPr>
            <a:spLocks noGrp="1"/>
          </p:cNvSpPr>
          <p:nvPr>
            <p:ph type="chart" sz="quarter" idx="13"/>
          </p:nvPr>
        </p:nvSpPr>
        <p:spPr>
          <a:xfrm>
            <a:off x="620712" y="2198688"/>
            <a:ext cx="1992313" cy="224313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2" name="table"/>
          <p:cNvSpPr>
            <a:spLocks noGrp="1"/>
          </p:cNvSpPr>
          <p:nvPr>
            <p:ph type="tbl" sz="quarter" idx="14"/>
          </p:nvPr>
        </p:nvSpPr>
        <p:spPr>
          <a:xfrm>
            <a:off x="3015683" y="2351088"/>
            <a:ext cx="3472203" cy="391908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4" name="smart art"/>
          <p:cNvSpPr>
            <a:spLocks noGrp="1"/>
          </p:cNvSpPr>
          <p:nvPr>
            <p:ph type="dgm" sz="quarter" idx="15"/>
          </p:nvPr>
        </p:nvSpPr>
        <p:spPr>
          <a:xfrm>
            <a:off x="7151688" y="3222625"/>
            <a:ext cx="3973512" cy="1371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6" name="media"/>
          <p:cNvSpPr>
            <a:spLocks noGrp="1"/>
          </p:cNvSpPr>
          <p:nvPr>
            <p:ph type="media" sz="quarter" idx="16"/>
          </p:nvPr>
        </p:nvSpPr>
        <p:spPr>
          <a:xfrm>
            <a:off x="609600" y="4691743"/>
            <a:ext cx="2003425" cy="193765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8" name="webImage"/>
          <p:cNvSpPr>
            <a:spLocks noGrp="1"/>
          </p:cNvSpPr>
          <p:nvPr>
            <p:ph type="clipArt" sz="quarter" idx="17"/>
          </p:nvPr>
        </p:nvSpPr>
        <p:spPr>
          <a:xfrm>
            <a:off x="7151688" y="4887913"/>
            <a:ext cx="4376737" cy="15462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90565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4000">
              <a:schemeClr val="accent1">
                <a:lumMod val="5000"/>
                <a:lumOff val="95000"/>
              </a:schemeClr>
            </a:gs>
            <a:gs pos="77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  <a:alpha val="33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4660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dern No. 20" panose="020707040705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gency FB" panose="020B0503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gency FB" panose="020B0503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gency FB" panose="020B0503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gency FB" panose="020B0503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gency FB" panose="020B0503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0" baseType="lpstr">
      <vt:lpstr>Agency FB</vt:lpstr>
      <vt:lpstr>Algerian</vt:lpstr>
      <vt:lpstr>Arial</vt:lpstr>
      <vt:lpstr>Bahnschrift Light</vt:lpstr>
      <vt:lpstr>Bradley Hand ITC</vt:lpstr>
      <vt:lpstr>Broadway</vt:lpstr>
      <vt:lpstr>Mistral</vt:lpstr>
      <vt:lpstr>Modern No. 20</vt:lpstr>
      <vt:lpstr>Wingdings</vt:lpstr>
      <vt:lpstr>Office Theme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account</dc:creator>
  <cp:lastModifiedBy>Microsoft account</cp:lastModifiedBy>
  <cp:revision>10</cp:revision>
  <dcterms:created xsi:type="dcterms:W3CDTF">2026-02-05T06:50:04Z</dcterms:created>
  <dcterms:modified xsi:type="dcterms:W3CDTF">2026-02-05T17:39:25Z</dcterms:modified>
</cp:coreProperties>
</file>