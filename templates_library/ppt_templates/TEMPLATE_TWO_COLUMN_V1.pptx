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 smtClean="0"/>
              <a:t>title</a:t>
            </a:r>
            <a:endParaRPr dirty="0"/>
          </a:p>
        </p:txBody>
      </p:sp>
      <p:sp>
        <p:nvSpPr>
          <p:cNvPr id="4" name="right_content"/>
          <p:cNvSpPr/>
          <p:nvPr/>
        </p:nvSpPr>
        <p:spPr>
          <a:xfrm>
            <a:off x="4846320" y="1645920"/>
            <a:ext cx="3840480" cy="4552748"/>
          </a:xfrm>
          <a:prstGeom prst="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left_column"/>
          <p:cNvSpPr/>
          <p:nvPr/>
        </p:nvSpPr>
        <p:spPr>
          <a:xfrm>
            <a:off x="457200" y="1645919"/>
            <a:ext cx="3749040" cy="4552749"/>
          </a:xfrm>
          <a:prstGeom prst="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title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2026-02-01T10:51:46Z</dcterms:modified>
  <cp:category/>
</cp:coreProperties>
</file>