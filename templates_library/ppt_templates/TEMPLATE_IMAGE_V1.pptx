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B4E6D-8421-4B29-8CF0-CF432BB900E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C8839-479A-442D-9704-81A124EC3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21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C8839-479A-442D-9704-81A124EC3DD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5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"/>
          <p:cNvSpPr>
            <a:spLocks noGrp="1"/>
          </p:cNvSpPr>
          <p:nvPr>
            <p:ph type="body" sz="quarter" idx="10"/>
          </p:nvPr>
        </p:nvSpPr>
        <p:spPr>
          <a:xfrm>
            <a:off x="457200" y="1971675"/>
            <a:ext cx="4751388" cy="4537075"/>
          </a:xfrm>
        </p:spPr>
        <p:txBody>
          <a:bodyPr/>
          <a:lstStyle/>
          <a:p>
            <a:pPr lvl="0"/>
            <a:endParaRPr lang="en-IN" dirty="0"/>
          </a:p>
        </p:txBody>
      </p:sp>
      <p:sp>
        <p:nvSpPr>
          <p:cNvPr id="9" name="image"/>
          <p:cNvSpPr>
            <a:spLocks noGrp="1"/>
          </p:cNvSpPr>
          <p:nvPr>
            <p:ph type="pic" sz="quarter" idx="11"/>
          </p:nvPr>
        </p:nvSpPr>
        <p:spPr>
          <a:xfrm>
            <a:off x="5378450" y="1971675"/>
            <a:ext cx="3308350" cy="453707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 userDrawn="1"/>
        </p:nvSpPr>
        <p:spPr>
          <a:xfrm>
            <a:off x="367507" y="53176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chart"/>
          <p:cNvSpPr>
            <a:spLocks noGrp="1"/>
          </p:cNvSpPr>
          <p:nvPr userDrawn="1"/>
        </p:nvSpPr>
        <p:spPr>
          <a:xfrm>
            <a:off x="5261770" y="2103391"/>
            <a:ext cx="3514725" cy="4222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text"/>
          <p:cNvSpPr>
            <a:spLocks noGrp="1"/>
          </p:cNvSpPr>
          <p:nvPr userDrawn="1"/>
        </p:nvSpPr>
        <p:spPr>
          <a:xfrm>
            <a:off x="851600" y="2379616"/>
            <a:ext cx="4652963" cy="4222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IN" dirty="0"/>
          </a:p>
        </p:txBody>
      </p:sp>
      <p:sp>
        <p:nvSpPr>
          <p:cNvPr id="8" name="title"/>
          <p:cNvSpPr>
            <a:spLocks noGrp="1"/>
          </p:cNvSpPr>
          <p:nvPr userDrawn="1"/>
        </p:nvSpPr>
        <p:spPr>
          <a:xfrm>
            <a:off x="519907" y="68416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chart"/>
          <p:cNvSpPr>
            <a:spLocks noGrp="1"/>
          </p:cNvSpPr>
          <p:nvPr userDrawn="1"/>
        </p:nvSpPr>
        <p:spPr>
          <a:xfrm>
            <a:off x="5414170" y="2255791"/>
            <a:ext cx="3514725" cy="4222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368300" y="2103438"/>
            <a:ext cx="4652963" cy="4222750"/>
          </a:xfrm>
        </p:spPr>
        <p:txBody>
          <a:bodyPr/>
          <a:lstStyle/>
          <a:p>
            <a:pPr lvl="0"/>
            <a:endParaRPr lang="en-IN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368300" y="466725"/>
            <a:ext cx="8382000" cy="1208088"/>
          </a:xfrm>
        </p:spPr>
        <p:txBody>
          <a:bodyPr/>
          <a:lstStyle/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lang="en-US" dirty="0"/>
              <a:t>t</a:t>
            </a:r>
            <a:r>
              <a:rPr lang="en-US" dirty="0" smtClean="0"/>
              <a:t>itle</a:t>
            </a:r>
            <a:endParaRPr dirty="0"/>
          </a:p>
        </p:txBody>
      </p:sp>
      <p:sp>
        <p:nvSpPr>
          <p:cNvPr id="3" name="image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5" name="caption"/>
          <p:cNvSpPr txBox="1"/>
          <p:nvPr/>
        </p:nvSpPr>
        <p:spPr>
          <a:xfrm>
            <a:off x="2502568" y="5640404"/>
            <a:ext cx="5322771" cy="43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</Words>
  <Application>Microsoft Office PowerPoint</Application>
  <PresentationFormat>On-screen Show (4:3)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title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>koushik</dc:creator>
  <cp:keywords/>
  <dc:description>generated using python-pptx</dc:description>
  <cp:lastModifiedBy>Microsoft account</cp:lastModifiedBy>
  <cp:revision>6</cp:revision>
  <dcterms:created xsi:type="dcterms:W3CDTF">2013-01-27T09:14:16Z</dcterms:created>
  <dcterms:modified xsi:type="dcterms:W3CDTF">2026-02-01T11:44:23Z</dcterms:modified>
  <cp:category/>
</cp:coreProperties>
</file>