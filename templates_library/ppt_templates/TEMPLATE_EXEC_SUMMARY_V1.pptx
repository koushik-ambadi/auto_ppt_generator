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648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rPr lang="en-US" dirty="0" smtClean="0"/>
              <a:t>title</a:t>
            </a:r>
            <a:endParaRPr dirty="0"/>
          </a:p>
        </p:txBody>
      </p:sp>
      <p:sp>
        <p:nvSpPr>
          <p:cNvPr id="3" name="bullets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US" dirty="0" smtClean="0"/>
              <a:t>bullets</a:t>
            </a:r>
          </a:p>
          <a:p>
            <a:pPr>
              <a:defRPr sz="2000"/>
            </a:pPr>
            <a:r>
              <a:rPr lang="en-US" dirty="0" smtClean="0"/>
              <a:t>bullets</a:t>
            </a:r>
            <a:endParaRPr lang="en-US" dirty="0"/>
          </a:p>
          <a:p>
            <a:pPr>
              <a:defRPr sz="2000"/>
            </a:pPr>
            <a:r>
              <a:rPr lang="en-US" dirty="0"/>
              <a:t>bullets</a:t>
            </a:r>
          </a:p>
          <a:p>
            <a:pPr>
              <a:defRPr sz="2000"/>
            </a:pPr>
            <a:r>
              <a:rPr lang="en-US" dirty="0"/>
              <a:t>bullets</a:t>
            </a:r>
          </a:p>
          <a:p>
            <a:pPr>
              <a:defRPr sz="2000"/>
            </a:pPr>
            <a:r>
              <a:rPr lang="en-US" dirty="0"/>
              <a:t>bullets</a:t>
            </a:r>
          </a:p>
          <a:p>
            <a:pPr>
              <a:defRPr sz="2000"/>
            </a:pPr>
            <a:r>
              <a:rPr lang="en-US" dirty="0"/>
              <a:t>bullets</a:t>
            </a:r>
          </a:p>
          <a:p>
            <a:pPr marL="0" indent="0">
              <a:buNone/>
              <a:defRPr sz="2000"/>
            </a:pPr>
            <a:endParaRPr lang="en-US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</Words>
  <Application>Microsoft Office PowerPoint</Application>
  <PresentationFormat>On-screen Show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title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subject/>
  <dc:creator/>
  <cp:keywords/>
  <dc:description>generated using python-pptx</dc:description>
  <cp:lastModifiedBy>Microsoft account</cp:lastModifiedBy>
  <cp:revision>5</cp:revision>
  <dcterms:created xsi:type="dcterms:W3CDTF">2013-01-27T09:14:16Z</dcterms:created>
  <dcterms:modified xsi:type="dcterms:W3CDTF">2026-02-01T11:47:40Z</dcterms:modified>
  <cp:category/>
</cp:coreProperties>
</file>